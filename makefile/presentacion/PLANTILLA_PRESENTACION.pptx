
<file path=[Content_Types].xml><?xml version="1.0" encoding="utf-8"?>
<Types xmlns="http://schemas.openxmlformats.org/package/2006/content-types">
  <Default Extension="png" ContentType="image/png"/>
  <Default Extension="xls" ContentType="application/vnd.ms-excel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3" r:id="rId2"/>
    <p:sldId id="258" r:id="rId3"/>
    <p:sldId id="259" r:id="rId4"/>
    <p:sldId id="260" r:id="rId5"/>
    <p:sldId id="261" r:id="rId6"/>
    <p:sldId id="268" r:id="rId7"/>
    <p:sldId id="263" r:id="rId8"/>
    <p:sldId id="264" r:id="rId9"/>
    <p:sldId id="272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B52A"/>
    <a:srgbClr val="005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06" autoAdjust="0"/>
    <p:restoredTop sz="94660"/>
  </p:normalViewPr>
  <p:slideViewPr>
    <p:cSldViewPr>
      <p:cViewPr varScale="1">
        <p:scale>
          <a:sx n="106" d="100"/>
          <a:sy n="106" d="100"/>
        </p:scale>
        <p:origin x="1308" y="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25EC65-2513-4894-93C0-0A68554E478A}" type="doc">
      <dgm:prSet loTypeId="urn:microsoft.com/office/officeart/2005/8/layout/radial6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8A5BD6C9-F159-41AA-BF0F-11D9A9CEA476}">
      <dgm:prSet phldrT="[Texto]"/>
      <dgm:spPr/>
      <dgm:t>
        <a:bodyPr/>
        <a:lstStyle/>
        <a:p>
          <a:r>
            <a:rPr lang="es-CO" dirty="0" smtClean="0"/>
            <a:t>Idea central</a:t>
          </a:r>
          <a:endParaRPr lang="es-CO" dirty="0"/>
        </a:p>
      </dgm:t>
    </dgm:pt>
    <dgm:pt modelId="{8E91945F-C7B4-48DE-AC5E-4240F1F9A69C}" type="parTrans" cxnId="{FDA49E49-32AE-44E6-BD3D-5E92A4F0521B}">
      <dgm:prSet/>
      <dgm:spPr/>
      <dgm:t>
        <a:bodyPr/>
        <a:lstStyle/>
        <a:p>
          <a:endParaRPr lang="es-CO"/>
        </a:p>
      </dgm:t>
    </dgm:pt>
    <dgm:pt modelId="{34F9AB70-EF62-48AE-90B5-675790B023B5}" type="sibTrans" cxnId="{FDA49E49-32AE-44E6-BD3D-5E92A4F0521B}">
      <dgm:prSet/>
      <dgm:spPr/>
      <dgm:t>
        <a:bodyPr/>
        <a:lstStyle/>
        <a:p>
          <a:endParaRPr lang="es-CO"/>
        </a:p>
      </dgm:t>
    </dgm:pt>
    <dgm:pt modelId="{FF3DF68B-5B32-408C-A984-06FC37D4F21F}">
      <dgm:prSet phldrT="[Texto]"/>
      <dgm:spPr/>
      <dgm:t>
        <a:bodyPr/>
        <a:lstStyle/>
        <a:p>
          <a:r>
            <a:rPr lang="es-CO" dirty="0" smtClean="0"/>
            <a:t>2</a:t>
          </a:r>
          <a:endParaRPr lang="es-CO" dirty="0"/>
        </a:p>
      </dgm:t>
    </dgm:pt>
    <dgm:pt modelId="{42E263BF-1904-41B5-A418-C73D6ABB99A8}" type="parTrans" cxnId="{11EFD4D6-B78A-4854-A9FD-E786BBA84EE7}">
      <dgm:prSet/>
      <dgm:spPr/>
      <dgm:t>
        <a:bodyPr/>
        <a:lstStyle/>
        <a:p>
          <a:endParaRPr lang="es-CO"/>
        </a:p>
      </dgm:t>
    </dgm:pt>
    <dgm:pt modelId="{11F45CBB-A6A0-42E0-9E5C-7CC8BEA8CB97}" type="sibTrans" cxnId="{11EFD4D6-B78A-4854-A9FD-E786BBA84EE7}">
      <dgm:prSet/>
      <dgm:spPr/>
      <dgm:t>
        <a:bodyPr/>
        <a:lstStyle/>
        <a:p>
          <a:endParaRPr lang="es-CO"/>
        </a:p>
      </dgm:t>
    </dgm:pt>
    <dgm:pt modelId="{73288401-2ECA-4D49-B7E3-D4D1E32BC559}">
      <dgm:prSet phldrT="[Texto]"/>
      <dgm:spPr/>
      <dgm:t>
        <a:bodyPr/>
        <a:lstStyle/>
        <a:p>
          <a:r>
            <a:rPr lang="es-CO" dirty="0" smtClean="0"/>
            <a:t>3</a:t>
          </a:r>
          <a:endParaRPr lang="es-CO" dirty="0"/>
        </a:p>
      </dgm:t>
    </dgm:pt>
    <dgm:pt modelId="{9FC2B9A2-5961-48F1-87CD-BF9220E4B876}" type="parTrans" cxnId="{678D3D82-BD81-421B-B303-C5FEB27549F1}">
      <dgm:prSet/>
      <dgm:spPr/>
      <dgm:t>
        <a:bodyPr/>
        <a:lstStyle/>
        <a:p>
          <a:endParaRPr lang="es-CO"/>
        </a:p>
      </dgm:t>
    </dgm:pt>
    <dgm:pt modelId="{72733388-C9E2-4772-BBF3-FF2D6AA3DCD8}" type="sibTrans" cxnId="{678D3D82-BD81-421B-B303-C5FEB27549F1}">
      <dgm:prSet/>
      <dgm:spPr/>
      <dgm:t>
        <a:bodyPr/>
        <a:lstStyle/>
        <a:p>
          <a:endParaRPr lang="es-CO"/>
        </a:p>
      </dgm:t>
    </dgm:pt>
    <dgm:pt modelId="{C365B6F5-0EE9-4FCF-991D-BDE51A53D2E7}">
      <dgm:prSet phldrT="[Texto]"/>
      <dgm:spPr/>
      <dgm:t>
        <a:bodyPr/>
        <a:lstStyle/>
        <a:p>
          <a:r>
            <a:rPr lang="es-CO" dirty="0" smtClean="0"/>
            <a:t>4</a:t>
          </a:r>
          <a:endParaRPr lang="es-CO" dirty="0"/>
        </a:p>
      </dgm:t>
    </dgm:pt>
    <dgm:pt modelId="{E352DE2E-D52F-413B-B564-71F153A9D78A}" type="parTrans" cxnId="{F043922F-0051-4AA2-98A4-608445DEF712}">
      <dgm:prSet/>
      <dgm:spPr/>
      <dgm:t>
        <a:bodyPr/>
        <a:lstStyle/>
        <a:p>
          <a:endParaRPr lang="es-CO"/>
        </a:p>
      </dgm:t>
    </dgm:pt>
    <dgm:pt modelId="{75C26110-5A5D-4218-953C-AF471B29A156}" type="sibTrans" cxnId="{F043922F-0051-4AA2-98A4-608445DEF712}">
      <dgm:prSet/>
      <dgm:spPr/>
      <dgm:t>
        <a:bodyPr/>
        <a:lstStyle/>
        <a:p>
          <a:endParaRPr lang="es-CO"/>
        </a:p>
      </dgm:t>
    </dgm:pt>
    <dgm:pt modelId="{65BC13D0-6925-4EF0-ABFA-F10734C362B6}">
      <dgm:prSet phldrT="[Texto]"/>
      <dgm:spPr/>
      <dgm:t>
        <a:bodyPr/>
        <a:lstStyle/>
        <a:p>
          <a:r>
            <a:rPr lang="es-CO" dirty="0" smtClean="0"/>
            <a:t>1</a:t>
          </a:r>
          <a:endParaRPr lang="es-CO" dirty="0"/>
        </a:p>
      </dgm:t>
    </dgm:pt>
    <dgm:pt modelId="{DF89D6EA-66E7-4A53-B3C2-30EE118338D6}" type="parTrans" cxnId="{F8C78168-0EF6-492F-9CA5-EEB39C4A30B9}">
      <dgm:prSet/>
      <dgm:spPr/>
      <dgm:t>
        <a:bodyPr/>
        <a:lstStyle/>
        <a:p>
          <a:endParaRPr lang="es-CO"/>
        </a:p>
      </dgm:t>
    </dgm:pt>
    <dgm:pt modelId="{3B518446-1D36-4A5D-9359-5CB322AB97F3}" type="sibTrans" cxnId="{F8C78168-0EF6-492F-9CA5-EEB39C4A30B9}">
      <dgm:prSet/>
      <dgm:spPr/>
      <dgm:t>
        <a:bodyPr/>
        <a:lstStyle/>
        <a:p>
          <a:endParaRPr lang="es-CO"/>
        </a:p>
      </dgm:t>
    </dgm:pt>
    <dgm:pt modelId="{A065E1DD-16B5-4355-AE18-95D82F3760EE}" type="pres">
      <dgm:prSet presAssocID="{9825EC65-2513-4894-93C0-0A68554E478A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B2A0DCE3-A0EA-44D4-BE17-DF0E8C51C337}" type="pres">
      <dgm:prSet presAssocID="{8A5BD6C9-F159-41AA-BF0F-11D9A9CEA476}" presName="centerShape" presStyleLbl="node0" presStyleIdx="0" presStyleCnt="1"/>
      <dgm:spPr/>
      <dgm:t>
        <a:bodyPr/>
        <a:lstStyle/>
        <a:p>
          <a:endParaRPr lang="es-CO"/>
        </a:p>
      </dgm:t>
    </dgm:pt>
    <dgm:pt modelId="{DD6B3D3B-916A-4668-ADCA-B678F3E1C603}" type="pres">
      <dgm:prSet presAssocID="{FF3DF68B-5B32-408C-A984-06FC37D4F21F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C887949C-144C-4E11-8832-A860424B2E78}" type="pres">
      <dgm:prSet presAssocID="{FF3DF68B-5B32-408C-A984-06FC37D4F21F}" presName="dummy" presStyleCnt="0"/>
      <dgm:spPr/>
    </dgm:pt>
    <dgm:pt modelId="{A26A1B3A-8591-42EB-AA2B-6CA8C5654912}" type="pres">
      <dgm:prSet presAssocID="{11F45CBB-A6A0-42E0-9E5C-7CC8BEA8CB97}" presName="sibTrans" presStyleLbl="sibTrans2D1" presStyleIdx="0" presStyleCnt="4"/>
      <dgm:spPr/>
      <dgm:t>
        <a:bodyPr/>
        <a:lstStyle/>
        <a:p>
          <a:endParaRPr lang="es-CO"/>
        </a:p>
      </dgm:t>
    </dgm:pt>
    <dgm:pt modelId="{DB1A1D5B-C47C-4E47-8ABB-B8C361D35128}" type="pres">
      <dgm:prSet presAssocID="{73288401-2ECA-4D49-B7E3-D4D1E32BC55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D0B23399-FF1C-4038-B222-89E33C8AE096}" type="pres">
      <dgm:prSet presAssocID="{73288401-2ECA-4D49-B7E3-D4D1E32BC559}" presName="dummy" presStyleCnt="0"/>
      <dgm:spPr/>
    </dgm:pt>
    <dgm:pt modelId="{5E4C5004-0038-4C6F-A23A-94B468C5C3FB}" type="pres">
      <dgm:prSet presAssocID="{72733388-C9E2-4772-BBF3-FF2D6AA3DCD8}" presName="sibTrans" presStyleLbl="sibTrans2D1" presStyleIdx="1" presStyleCnt="4"/>
      <dgm:spPr/>
      <dgm:t>
        <a:bodyPr/>
        <a:lstStyle/>
        <a:p>
          <a:endParaRPr lang="es-CO"/>
        </a:p>
      </dgm:t>
    </dgm:pt>
    <dgm:pt modelId="{0613D364-8999-434A-AE28-7A2662A5431D}" type="pres">
      <dgm:prSet presAssocID="{C365B6F5-0EE9-4FCF-991D-BDE51A53D2E7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9E041BFF-1FC5-42A0-A32A-718725C2F7DD}" type="pres">
      <dgm:prSet presAssocID="{C365B6F5-0EE9-4FCF-991D-BDE51A53D2E7}" presName="dummy" presStyleCnt="0"/>
      <dgm:spPr/>
    </dgm:pt>
    <dgm:pt modelId="{6A28C0D0-E648-401F-AB12-82F85479D539}" type="pres">
      <dgm:prSet presAssocID="{75C26110-5A5D-4218-953C-AF471B29A156}" presName="sibTrans" presStyleLbl="sibTrans2D1" presStyleIdx="2" presStyleCnt="4"/>
      <dgm:spPr/>
      <dgm:t>
        <a:bodyPr/>
        <a:lstStyle/>
        <a:p>
          <a:endParaRPr lang="es-CO"/>
        </a:p>
      </dgm:t>
    </dgm:pt>
    <dgm:pt modelId="{178C3A25-45F3-4FAB-A8F3-CF042E14C09E}" type="pres">
      <dgm:prSet presAssocID="{65BC13D0-6925-4EF0-ABFA-F10734C362B6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A424EB12-975E-4861-8734-940BA467E4B5}" type="pres">
      <dgm:prSet presAssocID="{65BC13D0-6925-4EF0-ABFA-F10734C362B6}" presName="dummy" presStyleCnt="0"/>
      <dgm:spPr/>
    </dgm:pt>
    <dgm:pt modelId="{2CC9FCE8-4B88-4F1D-9A37-8F469DEEBFE7}" type="pres">
      <dgm:prSet presAssocID="{3B518446-1D36-4A5D-9359-5CB322AB97F3}" presName="sibTrans" presStyleLbl="sibTrans2D1" presStyleIdx="3" presStyleCnt="4"/>
      <dgm:spPr/>
      <dgm:t>
        <a:bodyPr/>
        <a:lstStyle/>
        <a:p>
          <a:endParaRPr lang="es-CO"/>
        </a:p>
      </dgm:t>
    </dgm:pt>
  </dgm:ptLst>
  <dgm:cxnLst>
    <dgm:cxn modelId="{F8C78168-0EF6-492F-9CA5-EEB39C4A30B9}" srcId="{8A5BD6C9-F159-41AA-BF0F-11D9A9CEA476}" destId="{65BC13D0-6925-4EF0-ABFA-F10734C362B6}" srcOrd="3" destOrd="0" parTransId="{DF89D6EA-66E7-4A53-B3C2-30EE118338D6}" sibTransId="{3B518446-1D36-4A5D-9359-5CB322AB97F3}"/>
    <dgm:cxn modelId="{F2ED9D78-013E-4C14-A332-4F501C5FFDE8}" type="presOf" srcId="{9825EC65-2513-4894-93C0-0A68554E478A}" destId="{A065E1DD-16B5-4355-AE18-95D82F3760EE}" srcOrd="0" destOrd="0" presId="urn:microsoft.com/office/officeart/2005/8/layout/radial6"/>
    <dgm:cxn modelId="{FDA49E49-32AE-44E6-BD3D-5E92A4F0521B}" srcId="{9825EC65-2513-4894-93C0-0A68554E478A}" destId="{8A5BD6C9-F159-41AA-BF0F-11D9A9CEA476}" srcOrd="0" destOrd="0" parTransId="{8E91945F-C7B4-48DE-AC5E-4240F1F9A69C}" sibTransId="{34F9AB70-EF62-48AE-90B5-675790B023B5}"/>
    <dgm:cxn modelId="{AABBE7A4-BBA7-4A3E-B06E-3F3CB8BFA2E2}" type="presOf" srcId="{C365B6F5-0EE9-4FCF-991D-BDE51A53D2E7}" destId="{0613D364-8999-434A-AE28-7A2662A5431D}" srcOrd="0" destOrd="0" presId="urn:microsoft.com/office/officeart/2005/8/layout/radial6"/>
    <dgm:cxn modelId="{F043922F-0051-4AA2-98A4-608445DEF712}" srcId="{8A5BD6C9-F159-41AA-BF0F-11D9A9CEA476}" destId="{C365B6F5-0EE9-4FCF-991D-BDE51A53D2E7}" srcOrd="2" destOrd="0" parTransId="{E352DE2E-D52F-413B-B564-71F153A9D78A}" sibTransId="{75C26110-5A5D-4218-953C-AF471B29A156}"/>
    <dgm:cxn modelId="{E1728588-CF68-4ADF-B8AD-B2B8A029D2D9}" type="presOf" srcId="{FF3DF68B-5B32-408C-A984-06FC37D4F21F}" destId="{DD6B3D3B-916A-4668-ADCA-B678F3E1C603}" srcOrd="0" destOrd="0" presId="urn:microsoft.com/office/officeart/2005/8/layout/radial6"/>
    <dgm:cxn modelId="{6FFEA60D-BD76-48B5-809F-23817F16C9C6}" type="presOf" srcId="{72733388-C9E2-4772-BBF3-FF2D6AA3DCD8}" destId="{5E4C5004-0038-4C6F-A23A-94B468C5C3FB}" srcOrd="0" destOrd="0" presId="urn:microsoft.com/office/officeart/2005/8/layout/radial6"/>
    <dgm:cxn modelId="{11EFD4D6-B78A-4854-A9FD-E786BBA84EE7}" srcId="{8A5BD6C9-F159-41AA-BF0F-11D9A9CEA476}" destId="{FF3DF68B-5B32-408C-A984-06FC37D4F21F}" srcOrd="0" destOrd="0" parTransId="{42E263BF-1904-41B5-A418-C73D6ABB99A8}" sibTransId="{11F45CBB-A6A0-42E0-9E5C-7CC8BEA8CB97}"/>
    <dgm:cxn modelId="{E639A00C-563A-4599-B319-A08C0DDF98B3}" type="presOf" srcId="{3B518446-1D36-4A5D-9359-5CB322AB97F3}" destId="{2CC9FCE8-4B88-4F1D-9A37-8F469DEEBFE7}" srcOrd="0" destOrd="0" presId="urn:microsoft.com/office/officeart/2005/8/layout/radial6"/>
    <dgm:cxn modelId="{155D7C81-6FF5-4EBF-9184-021BBF413CAD}" type="presOf" srcId="{65BC13D0-6925-4EF0-ABFA-F10734C362B6}" destId="{178C3A25-45F3-4FAB-A8F3-CF042E14C09E}" srcOrd="0" destOrd="0" presId="urn:microsoft.com/office/officeart/2005/8/layout/radial6"/>
    <dgm:cxn modelId="{AE160F9B-4FAA-4DB7-8DF7-540EEE7B8CF2}" type="presOf" srcId="{73288401-2ECA-4D49-B7E3-D4D1E32BC559}" destId="{DB1A1D5B-C47C-4E47-8ABB-B8C361D35128}" srcOrd="0" destOrd="0" presId="urn:microsoft.com/office/officeart/2005/8/layout/radial6"/>
    <dgm:cxn modelId="{0EA76F6C-AFC2-4A75-AFBD-89D73D4B80BE}" type="presOf" srcId="{11F45CBB-A6A0-42E0-9E5C-7CC8BEA8CB97}" destId="{A26A1B3A-8591-42EB-AA2B-6CA8C5654912}" srcOrd="0" destOrd="0" presId="urn:microsoft.com/office/officeart/2005/8/layout/radial6"/>
    <dgm:cxn modelId="{678D3D82-BD81-421B-B303-C5FEB27549F1}" srcId="{8A5BD6C9-F159-41AA-BF0F-11D9A9CEA476}" destId="{73288401-2ECA-4D49-B7E3-D4D1E32BC559}" srcOrd="1" destOrd="0" parTransId="{9FC2B9A2-5961-48F1-87CD-BF9220E4B876}" sibTransId="{72733388-C9E2-4772-BBF3-FF2D6AA3DCD8}"/>
    <dgm:cxn modelId="{719BD972-F38D-4651-A53F-7A76383D2AA7}" type="presOf" srcId="{8A5BD6C9-F159-41AA-BF0F-11D9A9CEA476}" destId="{B2A0DCE3-A0EA-44D4-BE17-DF0E8C51C337}" srcOrd="0" destOrd="0" presId="urn:microsoft.com/office/officeart/2005/8/layout/radial6"/>
    <dgm:cxn modelId="{506FBAE2-60B4-4203-A8C8-BE5D7D759BD9}" type="presOf" srcId="{75C26110-5A5D-4218-953C-AF471B29A156}" destId="{6A28C0D0-E648-401F-AB12-82F85479D539}" srcOrd="0" destOrd="0" presId="urn:microsoft.com/office/officeart/2005/8/layout/radial6"/>
    <dgm:cxn modelId="{7D050DA0-DA6D-4966-B5B7-71BB81238A94}" type="presParOf" srcId="{A065E1DD-16B5-4355-AE18-95D82F3760EE}" destId="{B2A0DCE3-A0EA-44D4-BE17-DF0E8C51C337}" srcOrd="0" destOrd="0" presId="urn:microsoft.com/office/officeart/2005/8/layout/radial6"/>
    <dgm:cxn modelId="{A014E64D-E3F9-41C8-B7D2-1829FEC29C94}" type="presParOf" srcId="{A065E1DD-16B5-4355-AE18-95D82F3760EE}" destId="{DD6B3D3B-916A-4668-ADCA-B678F3E1C603}" srcOrd="1" destOrd="0" presId="urn:microsoft.com/office/officeart/2005/8/layout/radial6"/>
    <dgm:cxn modelId="{DA547E25-B9A7-485A-A591-165BC40F6DBF}" type="presParOf" srcId="{A065E1DD-16B5-4355-AE18-95D82F3760EE}" destId="{C887949C-144C-4E11-8832-A860424B2E78}" srcOrd="2" destOrd="0" presId="urn:microsoft.com/office/officeart/2005/8/layout/radial6"/>
    <dgm:cxn modelId="{234726F5-54C2-4FB9-B916-4D074EED5B03}" type="presParOf" srcId="{A065E1DD-16B5-4355-AE18-95D82F3760EE}" destId="{A26A1B3A-8591-42EB-AA2B-6CA8C5654912}" srcOrd="3" destOrd="0" presId="urn:microsoft.com/office/officeart/2005/8/layout/radial6"/>
    <dgm:cxn modelId="{C0A7C45D-CAFD-47E6-BA16-3B4A0C4684C8}" type="presParOf" srcId="{A065E1DD-16B5-4355-AE18-95D82F3760EE}" destId="{DB1A1D5B-C47C-4E47-8ABB-B8C361D35128}" srcOrd="4" destOrd="0" presId="urn:microsoft.com/office/officeart/2005/8/layout/radial6"/>
    <dgm:cxn modelId="{8E0EECD5-89DD-4954-88AA-558ADE17AFD5}" type="presParOf" srcId="{A065E1DD-16B5-4355-AE18-95D82F3760EE}" destId="{D0B23399-FF1C-4038-B222-89E33C8AE096}" srcOrd="5" destOrd="0" presId="urn:microsoft.com/office/officeart/2005/8/layout/radial6"/>
    <dgm:cxn modelId="{EF460042-6840-45B9-BE36-C5928D6C5E23}" type="presParOf" srcId="{A065E1DD-16B5-4355-AE18-95D82F3760EE}" destId="{5E4C5004-0038-4C6F-A23A-94B468C5C3FB}" srcOrd="6" destOrd="0" presId="urn:microsoft.com/office/officeart/2005/8/layout/radial6"/>
    <dgm:cxn modelId="{65D578B9-CAE0-4B0B-A16F-F724B3395CC5}" type="presParOf" srcId="{A065E1DD-16B5-4355-AE18-95D82F3760EE}" destId="{0613D364-8999-434A-AE28-7A2662A5431D}" srcOrd="7" destOrd="0" presId="urn:microsoft.com/office/officeart/2005/8/layout/radial6"/>
    <dgm:cxn modelId="{54DD48DB-DD3B-4BAE-8247-8445966E9C7A}" type="presParOf" srcId="{A065E1DD-16B5-4355-AE18-95D82F3760EE}" destId="{9E041BFF-1FC5-42A0-A32A-718725C2F7DD}" srcOrd="8" destOrd="0" presId="urn:microsoft.com/office/officeart/2005/8/layout/radial6"/>
    <dgm:cxn modelId="{ED405EC7-2978-4B8E-8FD1-95952CC1CADC}" type="presParOf" srcId="{A065E1DD-16B5-4355-AE18-95D82F3760EE}" destId="{6A28C0D0-E648-401F-AB12-82F85479D539}" srcOrd="9" destOrd="0" presId="urn:microsoft.com/office/officeart/2005/8/layout/radial6"/>
    <dgm:cxn modelId="{CF070EFE-FB6D-4408-AE08-D8041E3D85D7}" type="presParOf" srcId="{A065E1DD-16B5-4355-AE18-95D82F3760EE}" destId="{178C3A25-45F3-4FAB-A8F3-CF042E14C09E}" srcOrd="10" destOrd="0" presId="urn:microsoft.com/office/officeart/2005/8/layout/radial6"/>
    <dgm:cxn modelId="{73EDAB66-63BD-4256-A72B-90228467BB92}" type="presParOf" srcId="{A065E1DD-16B5-4355-AE18-95D82F3760EE}" destId="{A424EB12-975E-4861-8734-940BA467E4B5}" srcOrd="11" destOrd="0" presId="urn:microsoft.com/office/officeart/2005/8/layout/radial6"/>
    <dgm:cxn modelId="{0E03C89C-2BDA-48AA-825E-0976EFB7DD24}" type="presParOf" srcId="{A065E1DD-16B5-4355-AE18-95D82F3760EE}" destId="{2CC9FCE8-4B88-4F1D-9A37-8F469DEEBFE7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BC4E6D-AD36-4E7B-8289-ED7BA45FC223}" type="doc">
      <dgm:prSet loTypeId="urn:microsoft.com/office/officeart/2005/8/layout/hProcess9" loCatId="process" qsTypeId="urn:microsoft.com/office/officeart/2005/8/quickstyle/3d1" qsCatId="3D" csTypeId="urn:microsoft.com/office/officeart/2005/8/colors/colorful5" csCatId="colorful" phldr="1"/>
      <dgm:spPr/>
    </dgm:pt>
    <dgm:pt modelId="{8220EFB3-DF82-41D1-907F-7BA35532C8B9}">
      <dgm:prSet phldrT="[Texto]"/>
      <dgm:spPr/>
      <dgm:t>
        <a:bodyPr/>
        <a:lstStyle/>
        <a:p>
          <a:r>
            <a:rPr lang="es-CO" dirty="0" smtClean="0"/>
            <a:t>1</a:t>
          </a:r>
          <a:endParaRPr lang="es-CO" dirty="0"/>
        </a:p>
      </dgm:t>
    </dgm:pt>
    <dgm:pt modelId="{5B2B5B7A-4110-44DB-8C27-916CEAD7040F}" type="parTrans" cxnId="{5348D6C8-4B57-47FB-BA6C-102496874811}">
      <dgm:prSet/>
      <dgm:spPr/>
      <dgm:t>
        <a:bodyPr/>
        <a:lstStyle/>
        <a:p>
          <a:endParaRPr lang="es-CO"/>
        </a:p>
      </dgm:t>
    </dgm:pt>
    <dgm:pt modelId="{76F302B1-77E9-4524-B463-B24DF0E3DB1E}" type="sibTrans" cxnId="{5348D6C8-4B57-47FB-BA6C-102496874811}">
      <dgm:prSet/>
      <dgm:spPr/>
      <dgm:t>
        <a:bodyPr/>
        <a:lstStyle/>
        <a:p>
          <a:endParaRPr lang="es-CO"/>
        </a:p>
      </dgm:t>
    </dgm:pt>
    <dgm:pt modelId="{394DFD1B-205F-40D2-B0C8-3A62E6B94E01}">
      <dgm:prSet phldrT="[Texto]"/>
      <dgm:spPr/>
      <dgm:t>
        <a:bodyPr/>
        <a:lstStyle/>
        <a:p>
          <a:r>
            <a:rPr lang="es-CO" dirty="0" smtClean="0"/>
            <a:t>2</a:t>
          </a:r>
          <a:endParaRPr lang="es-CO" dirty="0"/>
        </a:p>
      </dgm:t>
    </dgm:pt>
    <dgm:pt modelId="{FA2D613F-BA5F-4B7E-AE41-72CE9E3E31ED}" type="parTrans" cxnId="{3BDF0E32-D8A6-4F92-908B-880898128D94}">
      <dgm:prSet/>
      <dgm:spPr/>
      <dgm:t>
        <a:bodyPr/>
        <a:lstStyle/>
        <a:p>
          <a:endParaRPr lang="es-CO"/>
        </a:p>
      </dgm:t>
    </dgm:pt>
    <dgm:pt modelId="{473E500E-E55E-4AC5-B490-07CEDB850F53}" type="sibTrans" cxnId="{3BDF0E32-D8A6-4F92-908B-880898128D94}">
      <dgm:prSet/>
      <dgm:spPr/>
      <dgm:t>
        <a:bodyPr/>
        <a:lstStyle/>
        <a:p>
          <a:endParaRPr lang="es-CO"/>
        </a:p>
      </dgm:t>
    </dgm:pt>
    <dgm:pt modelId="{7A5F7331-BB01-4B6A-B162-042DA9847918}">
      <dgm:prSet phldrT="[Texto]"/>
      <dgm:spPr/>
      <dgm:t>
        <a:bodyPr/>
        <a:lstStyle/>
        <a:p>
          <a:r>
            <a:rPr lang="es-CO" dirty="0" smtClean="0"/>
            <a:t>3</a:t>
          </a:r>
          <a:endParaRPr lang="es-CO" dirty="0"/>
        </a:p>
      </dgm:t>
    </dgm:pt>
    <dgm:pt modelId="{ADE9FC90-DF21-4D70-B33B-07C33A64F917}" type="parTrans" cxnId="{E3A74B3D-4CF5-4728-9CBD-DD0E3DC7BB6D}">
      <dgm:prSet/>
      <dgm:spPr/>
      <dgm:t>
        <a:bodyPr/>
        <a:lstStyle/>
        <a:p>
          <a:endParaRPr lang="es-CO"/>
        </a:p>
      </dgm:t>
    </dgm:pt>
    <dgm:pt modelId="{ADAB0C6E-FB2A-410B-8352-CF004D1219A4}" type="sibTrans" cxnId="{E3A74B3D-4CF5-4728-9CBD-DD0E3DC7BB6D}">
      <dgm:prSet/>
      <dgm:spPr/>
      <dgm:t>
        <a:bodyPr/>
        <a:lstStyle/>
        <a:p>
          <a:endParaRPr lang="es-CO"/>
        </a:p>
      </dgm:t>
    </dgm:pt>
    <dgm:pt modelId="{943B55BE-4C88-47E2-B90D-F0613592EC08}" type="pres">
      <dgm:prSet presAssocID="{33BC4E6D-AD36-4E7B-8289-ED7BA45FC223}" presName="CompostProcess" presStyleCnt="0">
        <dgm:presLayoutVars>
          <dgm:dir/>
          <dgm:resizeHandles val="exact"/>
        </dgm:presLayoutVars>
      </dgm:prSet>
      <dgm:spPr/>
    </dgm:pt>
    <dgm:pt modelId="{128BB15A-D5FB-4837-B10B-D43F47BB171F}" type="pres">
      <dgm:prSet presAssocID="{33BC4E6D-AD36-4E7B-8289-ED7BA45FC223}" presName="arrow" presStyleLbl="bgShp" presStyleIdx="0" presStyleCnt="1"/>
      <dgm:spPr/>
    </dgm:pt>
    <dgm:pt modelId="{E0C657D8-799E-4980-B5E9-0D356FCE6B6A}" type="pres">
      <dgm:prSet presAssocID="{33BC4E6D-AD36-4E7B-8289-ED7BA45FC223}" presName="linearProcess" presStyleCnt="0"/>
      <dgm:spPr/>
    </dgm:pt>
    <dgm:pt modelId="{D849F27E-E20E-4D24-976F-BA0064251FCD}" type="pres">
      <dgm:prSet presAssocID="{8220EFB3-DF82-41D1-907F-7BA35532C8B9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871D00CD-81B8-445D-809D-24854FAF2EE1}" type="pres">
      <dgm:prSet presAssocID="{76F302B1-77E9-4524-B463-B24DF0E3DB1E}" presName="sibTrans" presStyleCnt="0"/>
      <dgm:spPr/>
    </dgm:pt>
    <dgm:pt modelId="{0A448347-BCFE-4E4C-B02B-DB2C8269C292}" type="pres">
      <dgm:prSet presAssocID="{394DFD1B-205F-40D2-B0C8-3A62E6B94E01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63C0540E-50CE-49BD-810E-0C2753610E08}" type="pres">
      <dgm:prSet presAssocID="{473E500E-E55E-4AC5-B490-07CEDB850F53}" presName="sibTrans" presStyleCnt="0"/>
      <dgm:spPr/>
    </dgm:pt>
    <dgm:pt modelId="{DBBDCDF4-7F00-442B-803B-2B0006A13D2E}" type="pres">
      <dgm:prSet presAssocID="{7A5F7331-BB01-4B6A-B162-042DA9847918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02D70C2E-C736-49DB-B72C-CD5D8BA48891}" type="presOf" srcId="{33BC4E6D-AD36-4E7B-8289-ED7BA45FC223}" destId="{943B55BE-4C88-47E2-B90D-F0613592EC08}" srcOrd="0" destOrd="0" presId="urn:microsoft.com/office/officeart/2005/8/layout/hProcess9"/>
    <dgm:cxn modelId="{E3A74B3D-4CF5-4728-9CBD-DD0E3DC7BB6D}" srcId="{33BC4E6D-AD36-4E7B-8289-ED7BA45FC223}" destId="{7A5F7331-BB01-4B6A-B162-042DA9847918}" srcOrd="2" destOrd="0" parTransId="{ADE9FC90-DF21-4D70-B33B-07C33A64F917}" sibTransId="{ADAB0C6E-FB2A-410B-8352-CF004D1219A4}"/>
    <dgm:cxn modelId="{3BDF0E32-D8A6-4F92-908B-880898128D94}" srcId="{33BC4E6D-AD36-4E7B-8289-ED7BA45FC223}" destId="{394DFD1B-205F-40D2-B0C8-3A62E6B94E01}" srcOrd="1" destOrd="0" parTransId="{FA2D613F-BA5F-4B7E-AE41-72CE9E3E31ED}" sibTransId="{473E500E-E55E-4AC5-B490-07CEDB850F53}"/>
    <dgm:cxn modelId="{66D1A94B-5566-486E-A081-0C2A3476929A}" type="presOf" srcId="{7A5F7331-BB01-4B6A-B162-042DA9847918}" destId="{DBBDCDF4-7F00-442B-803B-2B0006A13D2E}" srcOrd="0" destOrd="0" presId="urn:microsoft.com/office/officeart/2005/8/layout/hProcess9"/>
    <dgm:cxn modelId="{87A67774-8757-4838-964A-5B0C6EC9C5A6}" type="presOf" srcId="{8220EFB3-DF82-41D1-907F-7BA35532C8B9}" destId="{D849F27E-E20E-4D24-976F-BA0064251FCD}" srcOrd="0" destOrd="0" presId="urn:microsoft.com/office/officeart/2005/8/layout/hProcess9"/>
    <dgm:cxn modelId="{D928F4FB-A31E-45E1-9C7D-1E0813918B65}" type="presOf" srcId="{394DFD1B-205F-40D2-B0C8-3A62E6B94E01}" destId="{0A448347-BCFE-4E4C-B02B-DB2C8269C292}" srcOrd="0" destOrd="0" presId="urn:microsoft.com/office/officeart/2005/8/layout/hProcess9"/>
    <dgm:cxn modelId="{5348D6C8-4B57-47FB-BA6C-102496874811}" srcId="{33BC4E6D-AD36-4E7B-8289-ED7BA45FC223}" destId="{8220EFB3-DF82-41D1-907F-7BA35532C8B9}" srcOrd="0" destOrd="0" parTransId="{5B2B5B7A-4110-44DB-8C27-916CEAD7040F}" sibTransId="{76F302B1-77E9-4524-B463-B24DF0E3DB1E}"/>
    <dgm:cxn modelId="{FC3BFC7C-8DA5-4001-89AD-6F8D7F7276E6}" type="presParOf" srcId="{943B55BE-4C88-47E2-B90D-F0613592EC08}" destId="{128BB15A-D5FB-4837-B10B-D43F47BB171F}" srcOrd="0" destOrd="0" presId="urn:microsoft.com/office/officeart/2005/8/layout/hProcess9"/>
    <dgm:cxn modelId="{2C667141-EE83-444F-8A50-0BEF6E1CB007}" type="presParOf" srcId="{943B55BE-4C88-47E2-B90D-F0613592EC08}" destId="{E0C657D8-799E-4980-B5E9-0D356FCE6B6A}" srcOrd="1" destOrd="0" presId="urn:microsoft.com/office/officeart/2005/8/layout/hProcess9"/>
    <dgm:cxn modelId="{65C679A4-EBDE-4995-BCC1-0E0CF369BA46}" type="presParOf" srcId="{E0C657D8-799E-4980-B5E9-0D356FCE6B6A}" destId="{D849F27E-E20E-4D24-976F-BA0064251FCD}" srcOrd="0" destOrd="0" presId="urn:microsoft.com/office/officeart/2005/8/layout/hProcess9"/>
    <dgm:cxn modelId="{417B98B0-F615-4700-9F81-19E6F6D1FA21}" type="presParOf" srcId="{E0C657D8-799E-4980-B5E9-0D356FCE6B6A}" destId="{871D00CD-81B8-445D-809D-24854FAF2EE1}" srcOrd="1" destOrd="0" presId="urn:microsoft.com/office/officeart/2005/8/layout/hProcess9"/>
    <dgm:cxn modelId="{9764825D-2D86-40F0-93A0-B2BF79B167F0}" type="presParOf" srcId="{E0C657D8-799E-4980-B5E9-0D356FCE6B6A}" destId="{0A448347-BCFE-4E4C-B02B-DB2C8269C292}" srcOrd="2" destOrd="0" presId="urn:microsoft.com/office/officeart/2005/8/layout/hProcess9"/>
    <dgm:cxn modelId="{51BFB87D-9C6E-48A8-AD02-8D2AA2E710CC}" type="presParOf" srcId="{E0C657D8-799E-4980-B5E9-0D356FCE6B6A}" destId="{63C0540E-50CE-49BD-810E-0C2753610E08}" srcOrd="3" destOrd="0" presId="urn:microsoft.com/office/officeart/2005/8/layout/hProcess9"/>
    <dgm:cxn modelId="{6AFF29E2-E13A-43CD-93ED-7E4D92C29627}" type="presParOf" srcId="{E0C657D8-799E-4980-B5E9-0D356FCE6B6A}" destId="{DBBDCDF4-7F00-442B-803B-2B0006A13D2E}" srcOrd="4" destOrd="0" presId="urn:microsoft.com/office/officeart/2005/8/layout/hProcess9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9FCE8-4B88-4F1D-9A37-8F469DEEBFE7}">
      <dsp:nvSpPr>
        <dsp:cNvPr id="0" name=""/>
        <dsp:cNvSpPr/>
      </dsp:nvSpPr>
      <dsp:spPr>
        <a:xfrm>
          <a:off x="1548201" y="324065"/>
          <a:ext cx="2160181" cy="2160181"/>
        </a:xfrm>
        <a:prstGeom prst="blockArc">
          <a:avLst>
            <a:gd name="adj1" fmla="val 10800000"/>
            <a:gd name="adj2" fmla="val 16200000"/>
            <a:gd name="adj3" fmla="val 4641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8C0D0-E648-401F-AB12-82F85479D539}">
      <dsp:nvSpPr>
        <dsp:cNvPr id="0" name=""/>
        <dsp:cNvSpPr/>
      </dsp:nvSpPr>
      <dsp:spPr>
        <a:xfrm>
          <a:off x="1548201" y="324065"/>
          <a:ext cx="2160181" cy="2160181"/>
        </a:xfrm>
        <a:prstGeom prst="blockArc">
          <a:avLst>
            <a:gd name="adj1" fmla="val 5400000"/>
            <a:gd name="adj2" fmla="val 10800000"/>
            <a:gd name="adj3" fmla="val 4641"/>
          </a:avLst>
        </a:prstGeom>
        <a:solidFill>
          <a:schemeClr val="accent3">
            <a:hueOff val="7500176"/>
            <a:satOff val="-11253"/>
            <a:lumOff val="-18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C5004-0038-4C6F-A23A-94B468C5C3FB}">
      <dsp:nvSpPr>
        <dsp:cNvPr id="0" name=""/>
        <dsp:cNvSpPr/>
      </dsp:nvSpPr>
      <dsp:spPr>
        <a:xfrm>
          <a:off x="1548201" y="324065"/>
          <a:ext cx="2160181" cy="2160181"/>
        </a:xfrm>
        <a:prstGeom prst="blockArc">
          <a:avLst>
            <a:gd name="adj1" fmla="val 0"/>
            <a:gd name="adj2" fmla="val 5400000"/>
            <a:gd name="adj3" fmla="val 4641"/>
          </a:avLst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A1B3A-8591-42EB-AA2B-6CA8C5654912}">
      <dsp:nvSpPr>
        <dsp:cNvPr id="0" name=""/>
        <dsp:cNvSpPr/>
      </dsp:nvSpPr>
      <dsp:spPr>
        <a:xfrm>
          <a:off x="1548201" y="324065"/>
          <a:ext cx="2160181" cy="2160181"/>
        </a:xfrm>
        <a:prstGeom prst="blockArc">
          <a:avLst>
            <a:gd name="adj1" fmla="val 16200000"/>
            <a:gd name="adj2" fmla="val 0"/>
            <a:gd name="adj3" fmla="val 4641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0DCE3-A0EA-44D4-BE17-DF0E8C51C337}">
      <dsp:nvSpPr>
        <dsp:cNvPr id="0" name=""/>
        <dsp:cNvSpPr/>
      </dsp:nvSpPr>
      <dsp:spPr>
        <a:xfrm>
          <a:off x="2130995" y="906859"/>
          <a:ext cx="994592" cy="9945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800" kern="1200" dirty="0" smtClean="0"/>
            <a:t>Idea central</a:t>
          </a:r>
          <a:endParaRPr lang="es-CO" sz="1800" kern="1200" dirty="0"/>
        </a:p>
      </dsp:txBody>
      <dsp:txXfrm>
        <a:off x="2276650" y="1052514"/>
        <a:ext cx="703282" cy="703282"/>
      </dsp:txXfrm>
    </dsp:sp>
    <dsp:sp modelId="{DD6B3D3B-916A-4668-ADCA-B678F3E1C603}">
      <dsp:nvSpPr>
        <dsp:cNvPr id="0" name=""/>
        <dsp:cNvSpPr/>
      </dsp:nvSpPr>
      <dsp:spPr>
        <a:xfrm>
          <a:off x="2280184" y="1021"/>
          <a:ext cx="696215" cy="6962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700" kern="1200" dirty="0" smtClean="0"/>
            <a:t>2</a:t>
          </a:r>
          <a:endParaRPr lang="es-CO" sz="1700" kern="1200" dirty="0"/>
        </a:p>
      </dsp:txBody>
      <dsp:txXfrm>
        <a:off x="2382142" y="102979"/>
        <a:ext cx="492299" cy="492299"/>
      </dsp:txXfrm>
    </dsp:sp>
    <dsp:sp modelId="{DB1A1D5B-C47C-4E47-8ABB-B8C361D35128}">
      <dsp:nvSpPr>
        <dsp:cNvPr id="0" name=""/>
        <dsp:cNvSpPr/>
      </dsp:nvSpPr>
      <dsp:spPr>
        <a:xfrm>
          <a:off x="3335211" y="1056048"/>
          <a:ext cx="696215" cy="696215"/>
        </a:xfrm>
        <a:prstGeom prst="ellipse">
          <a:avLst/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700" kern="1200" dirty="0" smtClean="0"/>
            <a:t>3</a:t>
          </a:r>
          <a:endParaRPr lang="es-CO" sz="1700" kern="1200" dirty="0"/>
        </a:p>
      </dsp:txBody>
      <dsp:txXfrm>
        <a:off x="3437169" y="1158006"/>
        <a:ext cx="492299" cy="492299"/>
      </dsp:txXfrm>
    </dsp:sp>
    <dsp:sp modelId="{0613D364-8999-434A-AE28-7A2662A5431D}">
      <dsp:nvSpPr>
        <dsp:cNvPr id="0" name=""/>
        <dsp:cNvSpPr/>
      </dsp:nvSpPr>
      <dsp:spPr>
        <a:xfrm>
          <a:off x="2280184" y="2111075"/>
          <a:ext cx="696215" cy="696215"/>
        </a:xfrm>
        <a:prstGeom prst="ellipse">
          <a:avLst/>
        </a:prstGeom>
        <a:solidFill>
          <a:schemeClr val="accent3">
            <a:hueOff val="7500176"/>
            <a:satOff val="-11253"/>
            <a:lumOff val="-18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700" kern="1200" dirty="0" smtClean="0"/>
            <a:t>4</a:t>
          </a:r>
          <a:endParaRPr lang="es-CO" sz="1700" kern="1200" dirty="0"/>
        </a:p>
      </dsp:txBody>
      <dsp:txXfrm>
        <a:off x="2382142" y="2213033"/>
        <a:ext cx="492299" cy="492299"/>
      </dsp:txXfrm>
    </dsp:sp>
    <dsp:sp modelId="{178C3A25-45F3-4FAB-A8F3-CF042E14C09E}">
      <dsp:nvSpPr>
        <dsp:cNvPr id="0" name=""/>
        <dsp:cNvSpPr/>
      </dsp:nvSpPr>
      <dsp:spPr>
        <a:xfrm>
          <a:off x="1225157" y="1056048"/>
          <a:ext cx="696215" cy="696215"/>
        </a:xfrm>
        <a:prstGeom prst="ellipse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700" kern="1200" dirty="0" smtClean="0"/>
            <a:t>1</a:t>
          </a:r>
          <a:endParaRPr lang="es-CO" sz="1700" kern="1200" dirty="0"/>
        </a:p>
      </dsp:txBody>
      <dsp:txXfrm>
        <a:off x="1327115" y="1158006"/>
        <a:ext cx="492299" cy="492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BB15A-D5FB-4837-B10B-D43F47BB171F}">
      <dsp:nvSpPr>
        <dsp:cNvPr id="0" name=""/>
        <dsp:cNvSpPr/>
      </dsp:nvSpPr>
      <dsp:spPr>
        <a:xfrm>
          <a:off x="280831" y="0"/>
          <a:ext cx="3182753" cy="2736304"/>
        </a:xfrm>
        <a:prstGeom prst="rightArrow">
          <a:avLst/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D849F27E-E20E-4D24-976F-BA0064251FCD}">
      <dsp:nvSpPr>
        <dsp:cNvPr id="0" name=""/>
        <dsp:cNvSpPr/>
      </dsp:nvSpPr>
      <dsp:spPr>
        <a:xfrm>
          <a:off x="0" y="820891"/>
          <a:ext cx="1123324" cy="109452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500" kern="1200" dirty="0" smtClean="0"/>
            <a:t>1</a:t>
          </a:r>
          <a:endParaRPr lang="es-CO" sz="4500" kern="1200" dirty="0"/>
        </a:p>
      </dsp:txBody>
      <dsp:txXfrm>
        <a:off x="53430" y="874321"/>
        <a:ext cx="1016464" cy="987661"/>
      </dsp:txXfrm>
    </dsp:sp>
    <dsp:sp modelId="{0A448347-BCFE-4E4C-B02B-DB2C8269C292}">
      <dsp:nvSpPr>
        <dsp:cNvPr id="0" name=""/>
        <dsp:cNvSpPr/>
      </dsp:nvSpPr>
      <dsp:spPr>
        <a:xfrm>
          <a:off x="1310545" y="820891"/>
          <a:ext cx="1123324" cy="1094521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500" kern="1200" dirty="0" smtClean="0"/>
            <a:t>2</a:t>
          </a:r>
          <a:endParaRPr lang="es-CO" sz="4500" kern="1200" dirty="0"/>
        </a:p>
      </dsp:txBody>
      <dsp:txXfrm>
        <a:off x="1363975" y="874321"/>
        <a:ext cx="1016464" cy="987661"/>
      </dsp:txXfrm>
    </dsp:sp>
    <dsp:sp modelId="{DBBDCDF4-7F00-442B-803B-2B0006A13D2E}">
      <dsp:nvSpPr>
        <dsp:cNvPr id="0" name=""/>
        <dsp:cNvSpPr/>
      </dsp:nvSpPr>
      <dsp:spPr>
        <a:xfrm>
          <a:off x="2621091" y="820891"/>
          <a:ext cx="1123324" cy="1094521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500" kern="1200" dirty="0" smtClean="0"/>
            <a:t>3</a:t>
          </a:r>
          <a:endParaRPr lang="es-CO" sz="4500" kern="1200" dirty="0"/>
        </a:p>
      </dsp:txBody>
      <dsp:txXfrm>
        <a:off x="2674521" y="874321"/>
        <a:ext cx="1016464" cy="9876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C433B-509E-4DC7-B214-CED01993DB01}" type="datetimeFigureOut">
              <a:rPr lang="es-CO" smtClean="0"/>
              <a:pPr/>
              <a:t>09/11/2017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7F4FFE-A5FB-476F-8AA4-D9554FCA263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092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F4FFE-A5FB-476F-8AA4-D9554FCA263E}" type="slidenum">
              <a:rPr lang="es-CO" smtClean="0"/>
              <a:pPr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620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B5C2-953C-48F4-8036-8149E321EBE7}" type="datetime1">
              <a:rPr lang="es-CO" smtClean="0"/>
              <a:t>09/11/2017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27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F400-3EDD-4B93-B1D4-3B4E907EC021}" type="datetime1">
              <a:rPr lang="es-CO" smtClean="0"/>
              <a:t>09/11/2017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1869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E3B09-D336-4CF7-91D4-B6E9115CB8A4}" type="datetime1">
              <a:rPr lang="es-CO" smtClean="0"/>
              <a:t>09/11/2017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332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38E-880C-4059-8E27-FF876D100CAF}" type="datetime1">
              <a:rPr lang="es-CO" smtClean="0"/>
              <a:t>09/11/2017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649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6577-1C7A-4DFE-9700-2D8DFB3472D1}" type="datetime1">
              <a:rPr lang="es-CO" smtClean="0"/>
              <a:t>09/11/2017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295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63B6-7456-4C8A-AEAF-570166D79A4F}" type="datetime1">
              <a:rPr lang="es-CO" smtClean="0"/>
              <a:t>09/11/2017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55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4E56-31C3-428C-906D-B3E9E4B8DBAD}" type="datetime1">
              <a:rPr lang="es-CO" smtClean="0"/>
              <a:t>09/11/2017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61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7FB20-0F53-4606-9515-75A418ADA495}" type="datetime1">
              <a:rPr lang="es-CO" smtClean="0"/>
              <a:t>09/11/2017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60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92AE-B2EB-4F10-B119-B863F70790DC}" type="datetime1">
              <a:rPr lang="es-CO" smtClean="0"/>
              <a:t>09/11/2017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941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67AA-A0F9-4CEA-9C89-7CC4B96EFBBB}" type="datetime1">
              <a:rPr lang="es-CO" smtClean="0"/>
              <a:t>09/11/2017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924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80D9D-8886-438C-B3AC-C0C6499B7D8C}" type="datetime1">
              <a:rPr lang="es-CO" smtClean="0"/>
              <a:t>09/11/2017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199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30FAE-141A-4BFF-887C-E995FE81429D}" type="datetime1">
              <a:rPr lang="es-CO" smtClean="0"/>
              <a:t>09/11/2017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BCBFE-1502-4A9C-9A3C-7E6287A75A8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274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oleObject" Target="../embeddings/Hoja_de_c_lculo_de_Microsoft_Excel_97-20031.xls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4046059" y="74865"/>
            <a:ext cx="235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bg1"/>
                </a:solidFill>
              </a:rPr>
              <a:t>Comunicación para vivir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y soñar: narrar en clave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de paz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1756584" y="1767217"/>
            <a:ext cx="5544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 smtClean="0"/>
              <a:t>Título de la ponencia o experiencia significativa</a:t>
            </a:r>
            <a:endParaRPr lang="es-CO" sz="3600" dirty="0"/>
          </a:p>
        </p:txBody>
      </p:sp>
      <p:sp>
        <p:nvSpPr>
          <p:cNvPr id="8" name="CuadroTexto 7"/>
          <p:cNvSpPr txBox="1"/>
          <p:nvPr/>
        </p:nvSpPr>
        <p:spPr>
          <a:xfrm>
            <a:off x="2123728" y="3861048"/>
            <a:ext cx="49614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dirty="0" smtClean="0"/>
              <a:t>Nombres y apellidos del expositor o ponente</a:t>
            </a:r>
          </a:p>
        </p:txBody>
      </p:sp>
      <p:pic>
        <p:nvPicPr>
          <p:cNvPr id="9" name="Imagen 8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/>
          <a:stretch/>
        </p:blipFill>
        <p:spPr bwMode="auto">
          <a:xfrm>
            <a:off x="0" y="-1004"/>
            <a:ext cx="3976370" cy="981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8806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9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963253"/>
              </p:ext>
            </p:extLst>
          </p:nvPr>
        </p:nvGraphicFramePr>
        <p:xfrm>
          <a:off x="-252536" y="1522258"/>
          <a:ext cx="5256584" cy="2808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5 Diagrama"/>
          <p:cNvGraphicFramePr/>
          <p:nvPr>
            <p:extLst>
              <p:ext uri="{D42A27DB-BD31-4B8C-83A1-F6EECF244321}">
                <p14:modId xmlns:p14="http://schemas.microsoft.com/office/powerpoint/2010/main" val="186332044"/>
              </p:ext>
            </p:extLst>
          </p:nvPr>
        </p:nvGraphicFramePr>
        <p:xfrm>
          <a:off x="4572000" y="1522258"/>
          <a:ext cx="3744416" cy="2736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7" name="6 Grupo"/>
          <p:cNvGrpSpPr>
            <a:grpSpLocks/>
          </p:cNvGrpSpPr>
          <p:nvPr/>
        </p:nvGrpSpPr>
        <p:grpSpPr bwMode="auto">
          <a:xfrm>
            <a:off x="2051720" y="4797152"/>
            <a:ext cx="6768752" cy="1224136"/>
            <a:chOff x="2267744" y="5229200"/>
            <a:chExt cx="6480720" cy="1200150"/>
          </a:xfrm>
        </p:grpSpPr>
        <p:sp>
          <p:nvSpPr>
            <p:cNvPr id="8" name="7 Rectángulo redondeado"/>
            <p:cNvSpPr/>
            <p:nvPr/>
          </p:nvSpPr>
          <p:spPr>
            <a:xfrm>
              <a:off x="3131407" y="5301057"/>
              <a:ext cx="5617057" cy="100852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just" eaLnBrk="0" hangingPunct="0">
                <a:spcBef>
                  <a:spcPct val="20000"/>
                </a:spcBef>
                <a:buFont typeface="Arial" charset="0"/>
                <a:buNone/>
                <a:defRPr/>
              </a:pPr>
              <a:r>
                <a:rPr lang="es-CO" sz="1400" dirty="0"/>
                <a:t>	</a:t>
              </a:r>
              <a:r>
                <a:rPr lang="es-CO" sz="1400" dirty="0">
                  <a:latin typeface="Arial" pitchFamily="34" charset="0"/>
                  <a:cs typeface="Arial" pitchFamily="34" charset="0"/>
                </a:rPr>
                <a:t>Los diagramas prediseñados de PPT son ideales para amenizar y sintetizar las presentaciones, sin embargo es fundamental que la cantidad de texto sea mínima y que el tamaño de letra sea mínimo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14 </a:t>
              </a:r>
              <a:r>
                <a:rPr lang="es-CO" sz="1400" dirty="0">
                  <a:latin typeface="Arial" pitchFamily="34" charset="0"/>
                  <a:cs typeface="Arial" pitchFamily="34" charset="0"/>
                </a:rPr>
                <a:t>para facilitar su lectura e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interpretación.</a:t>
              </a:r>
              <a:endParaRPr lang="es-ES" sz="140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9" name="Picture 11" descr="http://www.dof.gob.mx/imagenes_diarios/2008/11/25/MAT/stps11_Cimg_251720.png"/>
            <p:cNvPicPr>
              <a:picLocks noChangeAspect="1" noChangeArrowheads="1"/>
            </p:cNvPicPr>
            <p:nvPr/>
          </p:nvPicPr>
          <p:blipFill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7744" y="5229200"/>
              <a:ext cx="1200150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CuadroTexto 9"/>
          <p:cNvSpPr txBox="1"/>
          <p:nvPr/>
        </p:nvSpPr>
        <p:spPr>
          <a:xfrm>
            <a:off x="4046059" y="74865"/>
            <a:ext cx="235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bg1"/>
                </a:solidFill>
              </a:rPr>
              <a:t>Comunicación para vivir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y soñar: narrar en clave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de paz</a:t>
            </a:r>
            <a:endParaRPr lang="es-CO" sz="1600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/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/>
          <a:stretch/>
        </p:blipFill>
        <p:spPr bwMode="auto">
          <a:xfrm>
            <a:off x="0" y="-1004"/>
            <a:ext cx="3976370" cy="981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6021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Obje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932115"/>
              </p:ext>
            </p:extLst>
          </p:nvPr>
        </p:nvGraphicFramePr>
        <p:xfrm>
          <a:off x="611561" y="1299494"/>
          <a:ext cx="7848871" cy="34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r:id="rId4" imgW="8358340" imgH="4285859" progId="Excel.Sheet.8">
                  <p:embed/>
                </p:oleObj>
              </mc:Choice>
              <mc:Fallback>
                <p:oleObj r:id="rId4" imgW="8358340" imgH="4285859" progId="Excel.Sheet.8">
                  <p:embed/>
                  <p:pic>
                    <p:nvPicPr>
                      <p:cNvPr id="0" name="Picture 9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1" y="1299494"/>
                        <a:ext cx="7848871" cy="3425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6 Grupo"/>
          <p:cNvGrpSpPr>
            <a:grpSpLocks/>
          </p:cNvGrpSpPr>
          <p:nvPr/>
        </p:nvGrpSpPr>
        <p:grpSpPr bwMode="auto">
          <a:xfrm>
            <a:off x="2699792" y="5085185"/>
            <a:ext cx="6048672" cy="1080120"/>
            <a:chOff x="2267744" y="5229200"/>
            <a:chExt cx="6480720" cy="1200150"/>
          </a:xfrm>
        </p:grpSpPr>
        <p:sp>
          <p:nvSpPr>
            <p:cNvPr id="7" name="6 Rectángulo redondeado"/>
            <p:cNvSpPr/>
            <p:nvPr/>
          </p:nvSpPr>
          <p:spPr>
            <a:xfrm>
              <a:off x="3131225" y="5301598"/>
              <a:ext cx="5617239" cy="100144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just" eaLnBrk="0" hangingPunct="0">
                <a:spcBef>
                  <a:spcPct val="20000"/>
                </a:spcBef>
                <a:buFont typeface="Arial" charset="0"/>
                <a:buNone/>
                <a:defRPr/>
              </a:pPr>
              <a:r>
                <a:rPr lang="es-CO" sz="1400" dirty="0"/>
                <a:t>	</a:t>
              </a:r>
              <a:r>
                <a:rPr lang="es-CO" sz="1400" dirty="0">
                  <a:latin typeface="Arial" pitchFamily="34" charset="0"/>
                  <a:cs typeface="Arial" pitchFamily="34" charset="0"/>
                </a:rPr>
                <a:t>Incluya siempre la fuente de la información estadística y mantenga un tamaño de letra mínimo de 18 para los ejes, nombres de categoría y títulos del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gráfico.</a:t>
              </a:r>
              <a:endParaRPr lang="es-ES" sz="140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" name="Picture 11" descr="http://www.dof.gob.mx/imagenes_diarios/2008/11/25/MAT/stps11_Cimg_251720.png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7744" y="5229200"/>
              <a:ext cx="1200150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CuadroTexto 8"/>
          <p:cNvSpPr txBox="1"/>
          <p:nvPr/>
        </p:nvSpPr>
        <p:spPr>
          <a:xfrm>
            <a:off x="4046059" y="74865"/>
            <a:ext cx="235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bg1"/>
                </a:solidFill>
              </a:rPr>
              <a:t>Comunicación para vivir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y soñar: narrar en clave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de paz</a:t>
            </a:r>
            <a:endParaRPr lang="es-CO" sz="1600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/>
          <a:stretch/>
        </p:blipFill>
        <p:spPr bwMode="auto">
          <a:xfrm>
            <a:off x="0" y="-1004"/>
            <a:ext cx="3976370" cy="981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442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texto"/>
          <p:cNvSpPr txBox="1">
            <a:spLocks/>
          </p:cNvSpPr>
          <p:nvPr/>
        </p:nvSpPr>
        <p:spPr>
          <a:xfrm>
            <a:off x="251520" y="1268760"/>
            <a:ext cx="7072313" cy="15716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CO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 nivel 1</a:t>
            </a:r>
          </a:p>
          <a:p>
            <a:pPr lvl="1">
              <a:defRPr/>
            </a:pPr>
            <a:r>
              <a:rPr lang="es-CO" sz="24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 nivel 2</a:t>
            </a:r>
          </a:p>
          <a:p>
            <a:pPr lvl="2">
              <a:defRPr/>
            </a:pPr>
            <a:r>
              <a:rPr lang="es-CO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Texto nivel 3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2 Marcador de texto"/>
          <p:cNvSpPr txBox="1">
            <a:spLocks/>
          </p:cNvSpPr>
          <p:nvPr/>
        </p:nvSpPr>
        <p:spPr>
          <a:xfrm>
            <a:off x="251520" y="2780928"/>
            <a:ext cx="7072313" cy="15716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CO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 nivel 1</a:t>
            </a:r>
          </a:p>
          <a:p>
            <a:pPr lvl="1">
              <a:defRPr/>
            </a:pPr>
            <a:r>
              <a:rPr lang="es-CO" sz="24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 nivel 2</a:t>
            </a:r>
          </a:p>
          <a:p>
            <a:pPr lvl="2">
              <a:defRPr/>
            </a:pPr>
            <a:r>
              <a:rPr lang="es-CO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Texto nivel 3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2 Marcador de texto"/>
          <p:cNvSpPr txBox="1">
            <a:spLocks/>
          </p:cNvSpPr>
          <p:nvPr/>
        </p:nvSpPr>
        <p:spPr>
          <a:xfrm>
            <a:off x="251520" y="4293096"/>
            <a:ext cx="7072313" cy="15716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CO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 nivel 1</a:t>
            </a:r>
          </a:p>
          <a:p>
            <a:pPr lvl="1">
              <a:defRPr/>
            </a:pPr>
            <a:r>
              <a:rPr lang="es-CO" sz="24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 nivel 2</a:t>
            </a:r>
          </a:p>
          <a:p>
            <a:pPr lvl="2">
              <a:defRPr/>
            </a:pPr>
            <a:r>
              <a:rPr lang="es-CO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Texto nivel 3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5 Grupo"/>
          <p:cNvGrpSpPr>
            <a:grpSpLocks/>
          </p:cNvGrpSpPr>
          <p:nvPr/>
        </p:nvGrpSpPr>
        <p:grpSpPr bwMode="auto">
          <a:xfrm>
            <a:off x="3661523" y="4707184"/>
            <a:ext cx="5328592" cy="1056581"/>
            <a:chOff x="2109700" y="5229200"/>
            <a:chExt cx="6638764" cy="1200150"/>
          </a:xfrm>
        </p:grpSpPr>
        <p:sp>
          <p:nvSpPr>
            <p:cNvPr id="9" name="8 Rectángulo redondeado"/>
            <p:cNvSpPr/>
            <p:nvPr/>
          </p:nvSpPr>
          <p:spPr>
            <a:xfrm>
              <a:off x="3131840" y="5300047"/>
              <a:ext cx="5616624" cy="100886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just" eaLnBrk="0" hangingPunct="0">
                <a:spcBef>
                  <a:spcPct val="20000"/>
                </a:spcBef>
                <a:buFont typeface="Arial" charset="0"/>
                <a:buNone/>
                <a:defRPr/>
              </a:pPr>
              <a:r>
                <a:rPr lang="es-CO" sz="1400" dirty="0">
                  <a:latin typeface="Arial" pitchFamily="34" charset="0"/>
                  <a:cs typeface="Arial" pitchFamily="34" charset="0"/>
                </a:rPr>
                <a:t>    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 No </a:t>
              </a:r>
              <a:r>
                <a:rPr lang="es-CO" sz="1400" dirty="0">
                  <a:latin typeface="Arial" pitchFamily="34" charset="0"/>
                  <a:cs typeface="Arial" pitchFamily="34" charset="0"/>
                </a:rPr>
                <a:t>sature de información o texto las diapositivas, trate de sintetizar al máximo y no copie y pegue textos completos de otros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documentos.</a:t>
              </a:r>
              <a:endParaRPr lang="es-ES" sz="140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" name="Picture 11" descr="http://www.dof.gob.mx/imagenes_diarios/2008/11/25/MAT/stps11_Cimg_251720.pn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700" y="5229200"/>
              <a:ext cx="1358193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CuadroTexto 10"/>
          <p:cNvSpPr txBox="1"/>
          <p:nvPr/>
        </p:nvSpPr>
        <p:spPr>
          <a:xfrm>
            <a:off x="4046059" y="74865"/>
            <a:ext cx="235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bg1"/>
                </a:solidFill>
              </a:rPr>
              <a:t>Comunicación para vivir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y soñar: narrar en clave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de paz</a:t>
            </a:r>
            <a:endParaRPr lang="es-CO" sz="1600" dirty="0">
              <a:solidFill>
                <a:schemeClr val="bg1"/>
              </a:solidFill>
            </a:endParaRPr>
          </a:p>
        </p:txBody>
      </p:sp>
      <p:pic>
        <p:nvPicPr>
          <p:cNvPr id="13" name="Imagen 1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/>
          <a:stretch/>
        </p:blipFill>
        <p:spPr bwMode="auto">
          <a:xfrm>
            <a:off x="0" y="-1004"/>
            <a:ext cx="3976370" cy="981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848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2 Grupo"/>
          <p:cNvGrpSpPr>
            <a:grpSpLocks/>
          </p:cNvGrpSpPr>
          <p:nvPr/>
        </p:nvGrpSpPr>
        <p:grpSpPr bwMode="auto">
          <a:xfrm>
            <a:off x="2987824" y="4725566"/>
            <a:ext cx="5905351" cy="1079698"/>
            <a:chOff x="2267744" y="5229200"/>
            <a:chExt cx="6480720" cy="1200150"/>
          </a:xfrm>
        </p:grpSpPr>
        <p:sp>
          <p:nvSpPr>
            <p:cNvPr id="6" name="5 Rectángulo redondeado"/>
            <p:cNvSpPr/>
            <p:nvPr/>
          </p:nvSpPr>
          <p:spPr>
            <a:xfrm>
              <a:off x="3131935" y="5301692"/>
              <a:ext cx="5616529" cy="100798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just" eaLnBrk="0" hangingPunct="0">
                <a:spcBef>
                  <a:spcPct val="20000"/>
                </a:spcBef>
                <a:buFont typeface="Arial" charset="0"/>
                <a:buNone/>
                <a:defRPr/>
              </a:pPr>
              <a:r>
                <a:rPr lang="es-CO" sz="1400" dirty="0"/>
                <a:t>	</a:t>
              </a:r>
              <a:r>
                <a:rPr lang="es-CO" sz="1400" dirty="0">
                  <a:latin typeface="Arial" pitchFamily="34" charset="0"/>
                  <a:cs typeface="Arial" pitchFamily="34" charset="0"/>
                </a:rPr>
                <a:t>Los cuadros o tablas son una excelente herramienta para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condensar </a:t>
              </a:r>
              <a:r>
                <a:rPr lang="es-CO" sz="1400" dirty="0">
                  <a:latin typeface="Arial" pitchFamily="34" charset="0"/>
                  <a:cs typeface="Arial" pitchFamily="34" charset="0"/>
                </a:rPr>
                <a:t>información, sin embargo deben ser resumidos y deben contener el mínimo de texto posible para no saturar la diapositiva ni desgastar al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auditorio.</a:t>
              </a:r>
              <a:endParaRPr lang="es-ES" sz="140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" name="Picture 11" descr="http://www.dof.gob.mx/imagenes_diarios/2008/11/25/MAT/stps11_Cimg_251720.pn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7744" y="5229200"/>
              <a:ext cx="1200150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51091"/>
              </p:ext>
            </p:extLst>
          </p:nvPr>
        </p:nvGraphicFramePr>
        <p:xfrm>
          <a:off x="755577" y="1622544"/>
          <a:ext cx="7704855" cy="265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285"/>
                <a:gridCol w="2568285"/>
                <a:gridCol w="2568285"/>
              </a:tblGrid>
              <a:tr h="4044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 smtClean="0"/>
                        <a:t>TITULO 1</a:t>
                      </a:r>
                      <a:endParaRPr lang="es-CO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 smtClean="0"/>
                        <a:t>TITULO 2</a:t>
                      </a:r>
                      <a:endParaRPr lang="es-CO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 smtClean="0"/>
                        <a:t>TITULO 3</a:t>
                      </a:r>
                      <a:endParaRPr lang="es-CO" sz="2400" dirty="0" smtClean="0"/>
                    </a:p>
                  </a:txBody>
                  <a:tcPr/>
                </a:tc>
              </a:tr>
              <a:tr h="1097040">
                <a:tc>
                  <a:txBody>
                    <a:bodyPr/>
                    <a:lstStyle/>
                    <a:p>
                      <a:r>
                        <a:rPr lang="es-ES" sz="20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es-ES" sz="2400" dirty="0" smtClean="0">
                          <a:solidFill>
                            <a:schemeClr val="tx1"/>
                          </a:solidFill>
                        </a:rPr>
                        <a:t>Texto 1</a:t>
                      </a:r>
                    </a:p>
                    <a:p>
                      <a:r>
                        <a:rPr lang="es-ES" dirty="0" smtClean="0">
                          <a:solidFill>
                            <a:schemeClr val="tx1"/>
                          </a:solidFill>
                        </a:rPr>
                        <a:t>     -Texto 2</a:t>
                      </a:r>
                    </a:p>
                    <a:p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es-ES" sz="2400" dirty="0" smtClean="0">
                          <a:solidFill>
                            <a:schemeClr val="tx1"/>
                          </a:solidFill>
                        </a:rPr>
                        <a:t>Texto 1</a:t>
                      </a:r>
                    </a:p>
                    <a:p>
                      <a:r>
                        <a:rPr lang="es-ES" dirty="0" smtClean="0">
                          <a:solidFill>
                            <a:schemeClr val="tx1"/>
                          </a:solidFill>
                        </a:rPr>
                        <a:t>     -Texto 2</a:t>
                      </a:r>
                    </a:p>
                    <a:p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es-ES" sz="2400" dirty="0" smtClean="0">
                          <a:solidFill>
                            <a:schemeClr val="tx1"/>
                          </a:solidFill>
                        </a:rPr>
                        <a:t>Texto 1</a:t>
                      </a:r>
                    </a:p>
                    <a:p>
                      <a:r>
                        <a:rPr lang="es-ES" dirty="0" smtClean="0">
                          <a:solidFill>
                            <a:schemeClr val="tx1"/>
                          </a:solidFill>
                        </a:rPr>
                        <a:t>     -Texto 2</a:t>
                      </a:r>
                    </a:p>
                    <a:p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097040">
                <a:tc>
                  <a:txBody>
                    <a:bodyPr/>
                    <a:lstStyle/>
                    <a:p>
                      <a:r>
                        <a:rPr lang="es-ES" sz="20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es-ES" sz="2400" dirty="0" smtClean="0">
                          <a:solidFill>
                            <a:schemeClr val="tx1"/>
                          </a:solidFill>
                        </a:rPr>
                        <a:t>Texto 1</a:t>
                      </a:r>
                    </a:p>
                    <a:p>
                      <a:r>
                        <a:rPr lang="es-ES" dirty="0" smtClean="0">
                          <a:solidFill>
                            <a:schemeClr val="tx1"/>
                          </a:solidFill>
                        </a:rPr>
                        <a:t>     -Texto 2</a:t>
                      </a:r>
                    </a:p>
                    <a:p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es-ES" sz="2400" dirty="0" smtClean="0">
                          <a:solidFill>
                            <a:schemeClr val="tx1"/>
                          </a:solidFill>
                        </a:rPr>
                        <a:t>Texto 1</a:t>
                      </a:r>
                    </a:p>
                    <a:p>
                      <a:r>
                        <a:rPr lang="es-ES" dirty="0" smtClean="0">
                          <a:solidFill>
                            <a:schemeClr val="tx1"/>
                          </a:solidFill>
                        </a:rPr>
                        <a:t>     -Texto 2</a:t>
                      </a:r>
                    </a:p>
                    <a:p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es-ES" sz="2400" dirty="0" smtClean="0">
                          <a:solidFill>
                            <a:schemeClr val="tx1"/>
                          </a:solidFill>
                        </a:rPr>
                        <a:t>Texto 1</a:t>
                      </a:r>
                    </a:p>
                    <a:p>
                      <a:r>
                        <a:rPr lang="es-ES" dirty="0" smtClean="0">
                          <a:solidFill>
                            <a:schemeClr val="tx1"/>
                          </a:solidFill>
                        </a:rPr>
                        <a:t>     -Texto 2</a:t>
                      </a:r>
                    </a:p>
                    <a:p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Imagen 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84"/>
          <a:stretch/>
        </p:blipFill>
        <p:spPr>
          <a:xfrm>
            <a:off x="0" y="0"/>
            <a:ext cx="4018240" cy="980728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046059" y="74865"/>
            <a:ext cx="235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bg1"/>
                </a:solidFill>
              </a:rPr>
              <a:t>Comunicación para vivir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y soñar: narrar en clave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de paz</a:t>
            </a:r>
            <a:endParaRPr lang="es-CO" sz="1600" dirty="0">
              <a:solidFill>
                <a:schemeClr val="bg1"/>
              </a:solidFill>
            </a:endParaRPr>
          </a:p>
        </p:txBody>
      </p:sp>
      <p:pic>
        <p:nvPicPr>
          <p:cNvPr id="10" name="Imagen 9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/>
          <a:stretch/>
        </p:blipFill>
        <p:spPr bwMode="auto">
          <a:xfrm>
            <a:off x="0" y="-1004"/>
            <a:ext cx="3976370" cy="981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1520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052736"/>
            <a:ext cx="4040188" cy="639762"/>
          </a:xfrm>
        </p:spPr>
        <p:txBody>
          <a:bodyPr/>
          <a:lstStyle/>
          <a:p>
            <a:pPr eaLnBrk="1" hangingPunct="1"/>
            <a:r>
              <a:rPr lang="es-CO" dirty="0" smtClean="0">
                <a:solidFill>
                  <a:schemeClr val="tx2"/>
                </a:solidFill>
                <a:latin typeface="Arial" charset="0"/>
                <a:cs typeface="Arial" charset="0"/>
              </a:rPr>
              <a:t>Texto primer nivel</a:t>
            </a:r>
            <a:endParaRPr lang="es-ES" dirty="0" smtClean="0">
              <a:solidFill>
                <a:schemeClr val="tx2"/>
              </a:solidFill>
              <a:latin typeface="Arial" charset="0"/>
              <a:cs typeface="Arial" charset="0"/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92498"/>
            <a:ext cx="4040188" cy="3951288"/>
          </a:xfrm>
        </p:spPr>
        <p:txBody>
          <a:bodyPr/>
          <a:lstStyle/>
          <a:p>
            <a:r>
              <a:rPr lang="es-CO" dirty="0" smtClean="0">
                <a:solidFill>
                  <a:schemeClr val="accent6">
                    <a:lumMod val="75000"/>
                  </a:schemeClr>
                </a:solidFill>
              </a:rPr>
              <a:t>Texto segundo nivel</a:t>
            </a:r>
            <a:endParaRPr lang="es-ES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s-CO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052736"/>
            <a:ext cx="4041775" cy="639762"/>
          </a:xfrm>
        </p:spPr>
        <p:txBody>
          <a:bodyPr/>
          <a:lstStyle/>
          <a:p>
            <a:r>
              <a:rPr lang="es-CO" dirty="0" smtClean="0">
                <a:solidFill>
                  <a:schemeClr val="tx2"/>
                </a:solidFill>
                <a:latin typeface="Arial" charset="0"/>
                <a:cs typeface="Arial" charset="0"/>
              </a:rPr>
              <a:t>Texto primer nivel</a:t>
            </a:r>
            <a:endParaRPr lang="es-ES" dirty="0" smtClean="0">
              <a:solidFill>
                <a:schemeClr val="tx2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1692498"/>
            <a:ext cx="4041775" cy="3951288"/>
          </a:xfrm>
        </p:spPr>
        <p:txBody>
          <a:bodyPr/>
          <a:lstStyle/>
          <a:p>
            <a:r>
              <a:rPr lang="es-CO" dirty="0" smtClean="0">
                <a:solidFill>
                  <a:schemeClr val="accent6">
                    <a:lumMod val="75000"/>
                  </a:schemeClr>
                </a:solidFill>
              </a:rPr>
              <a:t>Texto segundo nivel</a:t>
            </a:r>
            <a:endParaRPr lang="es-E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s-CO" dirty="0"/>
          </a:p>
        </p:txBody>
      </p:sp>
      <p:cxnSp>
        <p:nvCxnSpPr>
          <p:cNvPr id="13" name="12 Conector recto"/>
          <p:cNvCxnSpPr/>
          <p:nvPr/>
        </p:nvCxnSpPr>
        <p:spPr>
          <a:xfrm>
            <a:off x="4572000" y="1700808"/>
            <a:ext cx="0" cy="432048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323528" y="1650479"/>
            <a:ext cx="41764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644008" y="1650479"/>
            <a:ext cx="41764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6 Grupo"/>
          <p:cNvGrpSpPr>
            <a:grpSpLocks/>
          </p:cNvGrpSpPr>
          <p:nvPr/>
        </p:nvGrpSpPr>
        <p:grpSpPr bwMode="auto">
          <a:xfrm>
            <a:off x="2843808" y="4795862"/>
            <a:ext cx="5976664" cy="1081410"/>
            <a:chOff x="2267744" y="5229200"/>
            <a:chExt cx="6480720" cy="1200150"/>
          </a:xfrm>
        </p:grpSpPr>
        <p:sp>
          <p:nvSpPr>
            <p:cNvPr id="20" name="19 Rectángulo redondeado"/>
            <p:cNvSpPr/>
            <p:nvPr/>
          </p:nvSpPr>
          <p:spPr>
            <a:xfrm>
              <a:off x="3131225" y="5300575"/>
              <a:ext cx="5617239" cy="1008497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just" eaLnBrk="0" hangingPunct="0">
                <a:spcBef>
                  <a:spcPct val="20000"/>
                </a:spcBef>
                <a:buFont typeface="Arial" charset="0"/>
                <a:buNone/>
                <a:defRPr/>
              </a:pPr>
              <a:r>
                <a:rPr lang="es-CO" sz="1400" dirty="0">
                  <a:latin typeface="Arial" pitchFamily="34" charset="0"/>
                  <a:cs typeface="Arial" pitchFamily="34" charset="0"/>
                </a:rPr>
                <a:t>	Los cuadros comparativos son ideales para evidenciar cambios históricos de situaciones “antes” y “después” especialmente a nivel de informes de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gestión.</a:t>
              </a:r>
              <a:endParaRPr lang="es-ES" sz="140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1" name="Picture 11" descr="http://www.dof.gob.mx/imagenes_diarios/2008/11/25/MAT/stps11_Cimg_251720.pn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7744" y="5229200"/>
              <a:ext cx="1200150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CuadroTexto 13"/>
          <p:cNvSpPr txBox="1"/>
          <p:nvPr/>
        </p:nvSpPr>
        <p:spPr>
          <a:xfrm>
            <a:off x="4046059" y="74865"/>
            <a:ext cx="235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bg1"/>
                </a:solidFill>
              </a:rPr>
              <a:t>Comunicación para vivir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y soñar: narrar en clave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de paz</a:t>
            </a:r>
            <a:endParaRPr lang="es-CO" sz="1600" dirty="0">
              <a:solidFill>
                <a:schemeClr val="bg1"/>
              </a:solidFill>
            </a:endParaRPr>
          </a:p>
        </p:txBody>
      </p:sp>
      <p:pic>
        <p:nvPicPr>
          <p:cNvPr id="17" name="Imagen 1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/>
          <a:stretch/>
        </p:blipFill>
        <p:spPr bwMode="auto">
          <a:xfrm>
            <a:off x="0" y="-1004"/>
            <a:ext cx="3976370" cy="981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14073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3 Marcador de contenido"/>
          <p:cNvSpPr>
            <a:spLocks noGrp="1"/>
          </p:cNvSpPr>
          <p:nvPr>
            <p:ph idx="1"/>
          </p:nvPr>
        </p:nvSpPr>
        <p:spPr>
          <a:xfrm>
            <a:off x="4572000" y="1820293"/>
            <a:ext cx="4329113" cy="4286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s-CO" sz="2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Texto tercer nivel</a:t>
            </a:r>
            <a:endParaRPr lang="es-ES" sz="20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4 Marcador de contenido"/>
          <p:cNvSpPr>
            <a:spLocks noGrp="1"/>
          </p:cNvSpPr>
          <p:nvPr>
            <p:ph idx="4294967295"/>
          </p:nvPr>
        </p:nvSpPr>
        <p:spPr>
          <a:xfrm>
            <a:off x="4814888" y="2248918"/>
            <a:ext cx="4329112" cy="4286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s-CO" sz="2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Texto tercer nivel</a:t>
            </a:r>
            <a:endParaRPr lang="es-ES" sz="20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5 Marcador de contenido"/>
          <p:cNvSpPr>
            <a:spLocks noGrp="1"/>
          </p:cNvSpPr>
          <p:nvPr>
            <p:ph idx="4294967295"/>
          </p:nvPr>
        </p:nvSpPr>
        <p:spPr>
          <a:xfrm>
            <a:off x="4814888" y="2677543"/>
            <a:ext cx="4329112" cy="4286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s-CO" sz="2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Texto tercer </a:t>
            </a:r>
            <a:r>
              <a:rPr lang="es-CO" sz="2000" dirty="0">
                <a:latin typeface="Arial" charset="0"/>
                <a:cs typeface="Arial" charset="0"/>
              </a:rPr>
              <a:t>nivel</a:t>
            </a:r>
            <a:endParaRPr lang="es-ES" sz="2000" dirty="0">
              <a:latin typeface="Arial" charset="0"/>
              <a:cs typeface="Arial" charset="0"/>
            </a:endParaRPr>
          </a:p>
        </p:txBody>
      </p:sp>
      <p:sp>
        <p:nvSpPr>
          <p:cNvPr id="10" name="6 Marcador de contenido"/>
          <p:cNvSpPr>
            <a:spLocks noGrp="1"/>
          </p:cNvSpPr>
          <p:nvPr>
            <p:ph idx="4294967295"/>
          </p:nvPr>
        </p:nvSpPr>
        <p:spPr>
          <a:xfrm>
            <a:off x="4814888" y="3106168"/>
            <a:ext cx="4329112" cy="4286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s-CO" sz="2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Texto tercer nivel</a:t>
            </a:r>
            <a:endParaRPr lang="es-ES" sz="20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" name="2 Marcador de contenido"/>
          <p:cNvSpPr>
            <a:spLocks noGrp="1"/>
          </p:cNvSpPr>
          <p:nvPr>
            <p:ph idx="4294967295"/>
          </p:nvPr>
        </p:nvSpPr>
        <p:spPr>
          <a:xfrm>
            <a:off x="0" y="2920430"/>
            <a:ext cx="4329113" cy="1257300"/>
          </a:xfrm>
        </p:spPr>
        <p:txBody>
          <a:bodyPr/>
          <a:lstStyle/>
          <a:p>
            <a:pPr eaLnBrk="1" hangingPunct="1"/>
            <a:r>
              <a:rPr lang="es-CO" sz="3600" dirty="0" smtClean="0">
                <a:solidFill>
                  <a:schemeClr val="tx2"/>
                </a:solidFill>
                <a:latin typeface="Arial" charset="0"/>
                <a:cs typeface="Arial" charset="0"/>
              </a:rPr>
              <a:t>Texto primer nivel</a:t>
            </a:r>
            <a:endParaRPr lang="es-ES" sz="3600" dirty="0" smtClean="0">
              <a:solidFill>
                <a:schemeClr val="tx2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3 Marcador de contenido"/>
          <p:cNvSpPr txBox="1">
            <a:spLocks/>
          </p:cNvSpPr>
          <p:nvPr/>
        </p:nvSpPr>
        <p:spPr>
          <a:xfrm>
            <a:off x="285750" y="3606230"/>
            <a:ext cx="4040188" cy="6514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CO" sz="28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Texto segundo nivel</a:t>
            </a:r>
            <a:endParaRPr lang="es-ES" sz="2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5 Abrir llave"/>
          <p:cNvSpPr/>
          <p:nvPr/>
        </p:nvSpPr>
        <p:spPr>
          <a:xfrm>
            <a:off x="4286250" y="1484784"/>
            <a:ext cx="357188" cy="4429125"/>
          </a:xfrm>
          <a:prstGeom prst="leftBrac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grpSp>
        <p:nvGrpSpPr>
          <p:cNvPr id="11" name="9 Grupo"/>
          <p:cNvGrpSpPr>
            <a:grpSpLocks/>
          </p:cNvGrpSpPr>
          <p:nvPr/>
        </p:nvGrpSpPr>
        <p:grpSpPr bwMode="auto">
          <a:xfrm>
            <a:off x="4464844" y="4941168"/>
            <a:ext cx="4608512" cy="864096"/>
            <a:chOff x="2267744" y="5156472"/>
            <a:chExt cx="6480720" cy="1200150"/>
          </a:xfrm>
        </p:grpSpPr>
        <p:sp>
          <p:nvSpPr>
            <p:cNvPr id="12" name="11 Rectángulo redondeado"/>
            <p:cNvSpPr/>
            <p:nvPr/>
          </p:nvSpPr>
          <p:spPr>
            <a:xfrm>
              <a:off x="3131205" y="5156472"/>
              <a:ext cx="5617259" cy="11303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just" eaLnBrk="0" hangingPunct="0">
                <a:spcBef>
                  <a:spcPct val="20000"/>
                </a:spcBef>
                <a:buFont typeface="Arial" charset="0"/>
                <a:buNone/>
                <a:defRPr/>
              </a:pPr>
              <a:r>
                <a:rPr lang="es-CO" sz="1400" dirty="0">
                  <a:latin typeface="Arial" pitchFamily="34" charset="0"/>
                  <a:cs typeface="Arial" pitchFamily="34" charset="0"/>
                </a:rPr>
                <a:t>	Los cuadros sinópticos permiten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resumir </a:t>
              </a:r>
              <a:r>
                <a:rPr lang="es-CO" sz="1400" dirty="0">
                  <a:latin typeface="Arial" pitchFamily="34" charset="0"/>
                  <a:cs typeface="Arial" pitchFamily="34" charset="0"/>
                </a:rPr>
                <a:t>información caracterizada por temas o ideas específicas que se desprenden de un tema </a:t>
              </a:r>
              <a:r>
                <a:rPr lang="es-CO" sz="1400" dirty="0" smtClean="0">
                  <a:latin typeface="Arial" pitchFamily="34" charset="0"/>
                  <a:cs typeface="Arial" pitchFamily="34" charset="0"/>
                </a:rPr>
                <a:t>global.</a:t>
              </a:r>
              <a:endParaRPr lang="es-ES" sz="140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3" name="Picture 11" descr="http://www.dof.gob.mx/imagenes_diarios/2008/11/25/MAT/stps11_Cimg_251720.pn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7744" y="5156472"/>
              <a:ext cx="1200150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CuadroTexto 14"/>
          <p:cNvSpPr txBox="1"/>
          <p:nvPr/>
        </p:nvSpPr>
        <p:spPr>
          <a:xfrm>
            <a:off x="4046059" y="74865"/>
            <a:ext cx="235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bg1"/>
                </a:solidFill>
              </a:rPr>
              <a:t>Comunicación para vivir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y soñar: narrar en clave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de paz</a:t>
            </a:r>
            <a:endParaRPr lang="es-CO" sz="1600" dirty="0">
              <a:solidFill>
                <a:schemeClr val="bg1"/>
              </a:solidFill>
            </a:endParaRPr>
          </a:p>
        </p:txBody>
      </p:sp>
      <p:pic>
        <p:nvPicPr>
          <p:cNvPr id="16" name="Imagen 1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/>
          <a:stretch/>
        </p:blipFill>
        <p:spPr bwMode="auto">
          <a:xfrm>
            <a:off x="0" y="-1004"/>
            <a:ext cx="3976370" cy="981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1006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Marcador de contenido"/>
          <p:cNvSpPr txBox="1">
            <a:spLocks/>
          </p:cNvSpPr>
          <p:nvPr/>
        </p:nvSpPr>
        <p:spPr>
          <a:xfrm>
            <a:off x="251520" y="1225215"/>
            <a:ext cx="8534182" cy="4608512"/>
          </a:xfrm>
          <a:prstGeom prst="rect">
            <a:avLst/>
          </a:prstGeom>
          <a:solidFill>
            <a:schemeClr val="bg1">
              <a:lumMod val="95000"/>
            </a:schemeClr>
          </a:solidFill>
          <a:ln w="3492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s-CO" sz="2400" dirty="0" smtClean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defRPr/>
            </a:pPr>
            <a:endParaRPr lang="es-CO" sz="2400" dirty="0" smtClean="0">
              <a:latin typeface="Arial" charset="0"/>
              <a:cs typeface="Arial" charset="0"/>
            </a:endParaRP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s-CO" sz="1800" dirty="0" smtClean="0">
                <a:latin typeface="Arial" charset="0"/>
                <a:cs typeface="Arial" charset="0"/>
              </a:rPr>
              <a:t>Inserte en este espacio el video, animación u otro objeto con el que quiera acompañar su presentación</a:t>
            </a:r>
            <a:endParaRPr lang="es-ES" dirty="0"/>
          </a:p>
        </p:txBody>
      </p:sp>
      <p:grpSp>
        <p:nvGrpSpPr>
          <p:cNvPr id="10" name="3 Grupo"/>
          <p:cNvGrpSpPr>
            <a:grpSpLocks/>
          </p:cNvGrpSpPr>
          <p:nvPr/>
        </p:nvGrpSpPr>
        <p:grpSpPr bwMode="auto">
          <a:xfrm>
            <a:off x="900113" y="4150072"/>
            <a:ext cx="7200900" cy="1367160"/>
            <a:chOff x="2267744" y="5229200"/>
            <a:chExt cx="6480720" cy="1200150"/>
          </a:xfrm>
        </p:grpSpPr>
        <p:sp>
          <p:nvSpPr>
            <p:cNvPr id="11" name="10 Rectángulo redondeado"/>
            <p:cNvSpPr/>
            <p:nvPr/>
          </p:nvSpPr>
          <p:spPr>
            <a:xfrm>
              <a:off x="3132125" y="5300900"/>
              <a:ext cx="5616339" cy="1008214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just" eaLnBrk="0" hangingPunct="0">
                <a:spcBef>
                  <a:spcPct val="20000"/>
                </a:spcBef>
                <a:buFont typeface="Arial" charset="0"/>
                <a:buNone/>
                <a:defRPr/>
              </a:pPr>
              <a:r>
                <a:rPr lang="es-CO" sz="14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	Tenga presente que los objetos multimedia insertados hacen que el archivo final tenga mayor peso y puede tener dificultades en su transmisión a través de mediaciones como la web </a:t>
              </a:r>
              <a:r>
                <a:rPr lang="es-CO" sz="1400" dirty="0" err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conference</a:t>
              </a:r>
              <a:endParaRPr lang="es-E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2" name="Picture 11" descr="http://www.dof.gob.mx/imagenes_diarios/2008/11/25/MAT/stps11_Cimg_251720.pn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7744" y="5229200"/>
              <a:ext cx="1200150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CuadroTexto 13"/>
          <p:cNvSpPr txBox="1"/>
          <p:nvPr/>
        </p:nvSpPr>
        <p:spPr>
          <a:xfrm>
            <a:off x="4046059" y="74865"/>
            <a:ext cx="235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bg1"/>
                </a:solidFill>
              </a:rPr>
              <a:t>Comunicación para vivir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y soñar: narrar en clave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de paz</a:t>
            </a:r>
            <a:endParaRPr lang="es-CO" sz="1600" dirty="0">
              <a:solidFill>
                <a:schemeClr val="bg1"/>
              </a:solidFill>
            </a:endParaRPr>
          </a:p>
        </p:txBody>
      </p:sp>
      <p:pic>
        <p:nvPicPr>
          <p:cNvPr id="13" name="Imagen 1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/>
          <a:stretch/>
        </p:blipFill>
        <p:spPr bwMode="auto">
          <a:xfrm>
            <a:off x="0" y="-1004"/>
            <a:ext cx="3976370" cy="981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411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15616" y="3861048"/>
            <a:ext cx="7056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b="1" dirty="0">
                <a:solidFill>
                  <a:srgbClr val="005884"/>
                </a:solidFill>
              </a:rPr>
              <a:t>GRACIAS </a:t>
            </a:r>
            <a:r>
              <a:rPr lang="es-CO" sz="5400" b="1" dirty="0" smtClean="0">
                <a:solidFill>
                  <a:srgbClr val="005884"/>
                </a:solidFill>
              </a:rPr>
              <a:t>POR SU ATENCIÓN</a:t>
            </a:r>
            <a:endParaRPr lang="es-CO" sz="5400" b="1" dirty="0">
              <a:solidFill>
                <a:srgbClr val="005884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4046059" y="74865"/>
            <a:ext cx="2353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bg1"/>
                </a:solidFill>
              </a:rPr>
              <a:t>Comunicación para vivir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y soñar: narrar en clave </a:t>
            </a:r>
          </a:p>
          <a:p>
            <a:r>
              <a:rPr lang="es-ES" sz="1600" b="1" dirty="0" smtClean="0">
                <a:solidFill>
                  <a:schemeClr val="bg1"/>
                </a:solidFill>
              </a:rPr>
              <a:t>de paz</a:t>
            </a:r>
            <a:endParaRPr lang="es-CO" sz="1600" dirty="0">
              <a:solidFill>
                <a:schemeClr val="bg1"/>
              </a:solidFill>
            </a:endParaRPr>
          </a:p>
        </p:txBody>
      </p:sp>
      <p:pic>
        <p:nvPicPr>
          <p:cNvPr id="6" name="Imagen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/>
          <a:stretch/>
        </p:blipFill>
        <p:spPr bwMode="auto">
          <a:xfrm>
            <a:off x="0" y="-1004"/>
            <a:ext cx="3976370" cy="981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135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1383</TotalTime>
  <Words>276</Words>
  <Application>Microsoft Office PowerPoint</Application>
  <PresentationFormat>Presentación en pantalla (4:3)</PresentationFormat>
  <Paragraphs>83</Paragraphs>
  <Slides>9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Tema de Office</vt:lpstr>
      <vt:lpstr>Hoja de cálculo de Microsoft Excel 97-2003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UNAD</dc:creator>
  <cp:lastModifiedBy>miguel ezequiel badillo mendoza</cp:lastModifiedBy>
  <cp:revision>84</cp:revision>
  <dcterms:created xsi:type="dcterms:W3CDTF">2013-04-16T14:03:18Z</dcterms:created>
  <dcterms:modified xsi:type="dcterms:W3CDTF">2017-11-09T16:25:16Z</dcterms:modified>
</cp:coreProperties>
</file>